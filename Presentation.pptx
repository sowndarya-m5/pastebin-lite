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9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86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948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778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572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584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39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21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592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10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033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559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2703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530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439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556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826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869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A0900DD-2046-4FE4-A800-EAD31F8FE915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46D476B-7AE6-49A2-9357-14B31C675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0790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AC936D-1CA8-E44B-30D6-2DC52EDA37A7}"/>
              </a:ext>
            </a:extLst>
          </p:cNvPr>
          <p:cNvSpPr/>
          <p:nvPr/>
        </p:nvSpPr>
        <p:spPr>
          <a:xfrm>
            <a:off x="1346406" y="2051657"/>
            <a:ext cx="93151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dirty="0"/>
              <a:t>Pastebin-Like Web Application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D1BE7C-7ED9-702C-1207-7D063228F7FC}"/>
              </a:ext>
            </a:extLst>
          </p:cNvPr>
          <p:cNvSpPr/>
          <p:nvPr/>
        </p:nvSpPr>
        <p:spPr>
          <a:xfrm>
            <a:off x="6463862" y="4130773"/>
            <a:ext cx="487954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b="1" dirty="0"/>
              <a:t>Name:</a:t>
            </a:r>
            <a:r>
              <a:rPr lang="en-US" dirty="0"/>
              <a:t> Sowndarya</a:t>
            </a:r>
            <a:br>
              <a:rPr lang="en-US" dirty="0"/>
            </a:br>
            <a:r>
              <a:rPr lang="en-US" b="1" dirty="0"/>
              <a:t>Project Type:</a:t>
            </a:r>
            <a:r>
              <a:rPr lang="en-US" dirty="0"/>
              <a:t> Backend Take-Home Assignment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94765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5336F0-3132-B505-0975-D42BE7A0D5AF}"/>
              </a:ext>
            </a:extLst>
          </p:cNvPr>
          <p:cNvSpPr txBox="1"/>
          <p:nvPr/>
        </p:nvSpPr>
        <p:spPr>
          <a:xfrm>
            <a:off x="477366" y="2925295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Technology Stack: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5D23F8-7ED4-B769-4142-70335A4DEB96}"/>
              </a:ext>
            </a:extLst>
          </p:cNvPr>
          <p:cNvSpPr txBox="1"/>
          <p:nvPr/>
        </p:nvSpPr>
        <p:spPr>
          <a:xfrm>
            <a:off x="1206415" y="3697461"/>
            <a:ext cx="60980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Backend: Python (Flask)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Frontend: HTML, 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Database: PostgreSQL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Deployment: Render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FB547-FD72-0C9E-2ED8-0AAAAF4407A9}"/>
              </a:ext>
            </a:extLst>
          </p:cNvPr>
          <p:cNvSpPr txBox="1"/>
          <p:nvPr/>
        </p:nvSpPr>
        <p:spPr>
          <a:xfrm>
            <a:off x="477366" y="640414"/>
            <a:ext cx="56186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Project Overview: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3D5C6A-51D8-8760-2178-2E9785881471}"/>
              </a:ext>
            </a:extLst>
          </p:cNvPr>
          <p:cNvSpPr txBox="1"/>
          <p:nvPr/>
        </p:nvSpPr>
        <p:spPr>
          <a:xfrm>
            <a:off x="1206415" y="1360047"/>
            <a:ext cx="95095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simple Pastebin-like web application where users can paste text, submit it, and receive a unique shareable link to view the content later. The project focuses on backend logic, routing, database integration, and deployment.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39350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EC10DD-28D7-CF35-A30A-F87C2E24BDCA}"/>
              </a:ext>
            </a:extLst>
          </p:cNvPr>
          <p:cNvSpPr txBox="1"/>
          <p:nvPr/>
        </p:nvSpPr>
        <p:spPr>
          <a:xfrm>
            <a:off x="552797" y="821173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Core Features: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AB494-1660-B9A3-F6D2-8CAEAB56426C}"/>
              </a:ext>
            </a:extLst>
          </p:cNvPr>
          <p:cNvSpPr txBox="1"/>
          <p:nvPr/>
        </p:nvSpPr>
        <p:spPr>
          <a:xfrm>
            <a:off x="1327959" y="1497170"/>
            <a:ext cx="95360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Users can submit text through a form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Text is stored in PostgreSQL with a unique 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unique URL is generated for each paste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Stored content is retrieved and displayed via dynamic routes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EBA2477-7B45-07A3-CF44-49809B238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is stored in PostgreSQL with a unique 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08D397-F8E4-7748-7809-249FC60CC1D6}"/>
              </a:ext>
            </a:extLst>
          </p:cNvPr>
          <p:cNvSpPr txBox="1"/>
          <p:nvPr/>
        </p:nvSpPr>
        <p:spPr>
          <a:xfrm>
            <a:off x="552797" y="3198167"/>
            <a:ext cx="61098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Project Structure: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CB6FD7-B145-06D6-8550-01E4CB864876}"/>
              </a:ext>
            </a:extLst>
          </p:cNvPr>
          <p:cNvSpPr txBox="1"/>
          <p:nvPr/>
        </p:nvSpPr>
        <p:spPr>
          <a:xfrm>
            <a:off x="1327959" y="4097833"/>
            <a:ext cx="610985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app.py – Flask routes and backend logic</a:t>
            </a:r>
          </a:p>
          <a:p>
            <a:endParaRPr lang="en-IN" sz="2000" dirty="0"/>
          </a:p>
          <a:p>
            <a:r>
              <a:rPr lang="en-IN" sz="2000" dirty="0"/>
              <a:t>templates/ – HTML files</a:t>
            </a:r>
          </a:p>
          <a:p>
            <a:endParaRPr lang="en-IN" sz="2000" dirty="0"/>
          </a:p>
          <a:p>
            <a:r>
              <a:rPr lang="en-IN" sz="2000" dirty="0"/>
              <a:t>static/ – CSS files</a:t>
            </a:r>
          </a:p>
        </p:txBody>
      </p:sp>
    </p:spTree>
    <p:extLst>
      <p:ext uri="{BB962C8B-B14F-4D97-AF65-F5344CB8AC3E}">
        <p14:creationId xmlns:p14="http://schemas.microsoft.com/office/powerpoint/2010/main" val="1390696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FD5FBC-2C04-8DAC-1ECD-FDC1480C67FA}"/>
              </a:ext>
            </a:extLst>
          </p:cNvPr>
          <p:cNvSpPr txBox="1"/>
          <p:nvPr/>
        </p:nvSpPr>
        <p:spPr>
          <a:xfrm>
            <a:off x="735677" y="937552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Additional Details: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6BAD9-AE36-414E-824D-7AC68DB4BFBD}"/>
              </a:ext>
            </a:extLst>
          </p:cNvPr>
          <p:cNvSpPr txBox="1"/>
          <p:nvPr/>
        </p:nvSpPr>
        <p:spPr>
          <a:xfrm>
            <a:off x="1450570" y="1719087"/>
            <a:ext cx="98900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/>
              <a:t>Source code available on GitHub with README</a:t>
            </a:r>
          </a:p>
          <a:p>
            <a:endParaRPr lang="en-IN" sz="2000"/>
          </a:p>
          <a:p>
            <a:r>
              <a:rPr lang="en-IN" sz="2000"/>
              <a:t>ChatGPT used for requirement understanding, planning, and step-by-step development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51E405-22D3-D76A-FDDF-4F1651E8332C}"/>
              </a:ext>
            </a:extLst>
          </p:cNvPr>
          <p:cNvSpPr txBox="1"/>
          <p:nvPr/>
        </p:nvSpPr>
        <p:spPr>
          <a:xfrm>
            <a:off x="1450570" y="3933536"/>
            <a:ext cx="102999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Demonstrates proficiency in Flask backend development, PostgreSQL database usage, routing, and cloud deployment.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82FBA5-D9D1-A0C0-0138-7E5C5FD4792F}"/>
              </a:ext>
            </a:extLst>
          </p:cNvPr>
          <p:cNvSpPr txBox="1"/>
          <p:nvPr/>
        </p:nvSpPr>
        <p:spPr>
          <a:xfrm>
            <a:off x="734291" y="32443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Outcome:</a:t>
            </a:r>
          </a:p>
        </p:txBody>
      </p:sp>
    </p:spTree>
    <p:extLst>
      <p:ext uri="{BB962C8B-B14F-4D97-AF65-F5344CB8AC3E}">
        <p14:creationId xmlns:p14="http://schemas.microsoft.com/office/powerpoint/2010/main" val="1848587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13D35B-C87D-0D6D-AF23-72F88B505436}"/>
              </a:ext>
            </a:extLst>
          </p:cNvPr>
          <p:cNvSpPr txBox="1"/>
          <p:nvPr/>
        </p:nvSpPr>
        <p:spPr>
          <a:xfrm>
            <a:off x="3573518" y="2643352"/>
            <a:ext cx="469812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490224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76</TotalTime>
  <Words>186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vishnudharan gm</dc:creator>
  <cp:lastModifiedBy>vishnudharan gm</cp:lastModifiedBy>
  <cp:revision>2</cp:revision>
  <dcterms:created xsi:type="dcterms:W3CDTF">2026-01-29T02:38:37Z</dcterms:created>
  <dcterms:modified xsi:type="dcterms:W3CDTF">2026-01-29T04:38:08Z</dcterms:modified>
</cp:coreProperties>
</file>